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109728" cy="50794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Histogramové metódy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zlepšenie kontrastu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65760" y="30175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 implementácia (NumPy) vs OpenCV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3657600"/>
            <a:ext cx="5029200" cy="822960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36576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Zadanie 3  ·  Skupina D  ·  PVSO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Počítačové videnie a spracovanie obrazu  ·  UNIZA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0" y="7315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731520"/>
            <a:ext cx="384048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0" y="7315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0" y="7315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137160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0" y="137160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0" y="1371600"/>
            <a:ext cx="384048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0" y="137160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0" y="201168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201168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2011680"/>
            <a:ext cx="384048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0" y="201168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836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040880" y="265176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265176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5280" y="265176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2480" y="2651760"/>
            <a:ext cx="384048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0" y="3291840"/>
            <a:ext cx="384048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408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498080" y="329184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55280" y="329184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12480" y="329184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0" y="3931920"/>
            <a:ext cx="384048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40880" y="3931920"/>
            <a:ext cx="384048" cy="56692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980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55280" y="3931920"/>
            <a:ext cx="384048" cy="566928"/>
          </a:xfrm>
          <a:prstGeom prst="rect">
            <a:avLst/>
          </a:prstGeom>
          <a:solidFill>
            <a:srgbClr val="1A3260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12480" y="3931920"/>
            <a:ext cx="384048" cy="566928"/>
          </a:xfrm>
          <a:prstGeom prst="rect">
            <a:avLst/>
          </a:prstGeom>
          <a:solidFill>
            <a:srgbClr val="14B8A6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3840480"/>
            <a:ext cx="201168" cy="731520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47688" y="3291840"/>
            <a:ext cx="201168" cy="1280160"/>
          </a:xfrm>
          <a:prstGeom prst="rect">
            <a:avLst/>
          </a:prstGeom>
          <a:solidFill>
            <a:srgbClr val="14B8A6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94576" y="2651760"/>
            <a:ext cx="201168" cy="192024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41464" y="3017520"/>
            <a:ext cx="201168" cy="1554480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88352" y="2011680"/>
            <a:ext cx="201168" cy="2560320"/>
          </a:xfrm>
          <a:prstGeom prst="rect">
            <a:avLst/>
          </a:prstGeom>
          <a:solidFill>
            <a:srgbClr val="14B8A6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35240" y="3474720"/>
            <a:ext cx="201168" cy="109728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82128" y="3749040"/>
            <a:ext cx="201168" cy="822960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29016" y="3200400"/>
            <a:ext cx="201168" cy="1371600"/>
          </a:xfrm>
          <a:prstGeom prst="rect">
            <a:avLst/>
          </a:prstGeom>
          <a:solidFill>
            <a:srgbClr val="14B8A6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75904" y="2468880"/>
            <a:ext cx="201168" cy="2103120"/>
          </a:xfrm>
          <a:prstGeom prst="rect">
            <a:avLst/>
          </a:prstGeom>
          <a:solidFill>
            <a:srgbClr val="F59E0B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22792" y="3657600"/>
            <a:ext cx="201168" cy="914400"/>
          </a:xfrm>
          <a:prstGeom prst="rect">
            <a:avLst/>
          </a:prstGeom>
          <a:solidFill>
            <a:srgbClr val="0D9488">
              <a:alpha val="80000"/>
            </a:srgbClr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Cieľ zadania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32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Výpočet histogramov pre každý farebný kanál (R, G, B) zvlášť + fitovanie Gaussovej krivky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82296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82296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932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Ekvalizácia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3258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Klasická HE – vyrovnanie histogramu pre jednokanálový obraz cez LUT z kumulatívnej distribúcie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292608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92608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3429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Ekvalizácia cez priestor YCrCb – upravuje len kanál jasu (Y), zachováva farebnosť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926080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2926080"/>
            <a:ext cx="91440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30358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937760" y="3429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Adaptívna HE s obmedzením kontrastu: mriežka 8×8 dlaždíc, clip limit 2.0, bilineárna interpolácia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sa používa IBA na načítanie / zobrazenie obrazu a konverziu farebných priestorov — všetky výpočty sú implementované manuálne v NumPy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 Histogramy – každý kanál samostatne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777240"/>
            <a:ext cx="8503920" cy="3931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Manuálne cez np.bincount  ·  μ a σ z Gaussovho fitu  ·  Presná zhoda s OpenCV (diff = 0)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– Histogramová ekvalizácia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777240"/>
            <a:ext cx="85039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Metóda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CDF → LUT → remap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
</a:t>
            </a:r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cv2.equalizeHist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Rýchlosť
</a:t>
            </a:r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4–6× pomalší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Farebná ekvalizácia  (YCrCb priestor)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777240"/>
            <a:ext cx="85039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Priestor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→ YCrCb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 Y kanál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= 0.00 px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Farba
</a:t>
            </a:r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zachovaná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 (Contrast Limited Adaptive HE)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777240"/>
            <a:ext cx="8503920" cy="3657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Mriežka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× 8 dlaždíc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limit
</a:t>
            </a:r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Interpolácia
</a:t>
            </a:r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bilineárna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58000" y="4553712"/>
            <a:ext cx="22860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
</a:t>
            </a:r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≈ 1.0 px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94360"/>
            <a:ext cx="91440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Porovnanie: Manuálna implementácia vs OpenCV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74320" y="7772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PRESNOSŤ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15568"/>
          <a:ext cx="4023360" cy="201168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64008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Metóda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|diff|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Hodnotenie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 (presná zhoda)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Ekvalizácia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Farebná ekvalizácia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CLAHE (gray)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1.0 px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200400"/>
            <a:ext cx="4023360" cy="594360"/>
          </a:xfrm>
          <a:prstGeom prst="rect">
            <a:avLst/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32004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Rozdiel ~1 px pri CLAHE pochádza z iného spôsobu interpolácie dlaždíc v OpenCV (C++). Vizuálne nerozoznateľné.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0" y="7772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VÝPOČTOVÁ RÝCHLOSŤ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1234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806440" y="130759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806440" y="1307592"/>
            <a:ext cx="258897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11057" y="1307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2.74 ms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572000" y="19659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806440" y="203911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06440" y="2039112"/>
            <a:ext cx="4572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97880" y="20391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 ms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0" y="26974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806440" y="277063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806440" y="2770632"/>
            <a:ext cx="283464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0" y="277063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ms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572000" y="34290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850" dirty="0"/>
          </a:p>
          <a:p>
            <a:pPr algn="r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806440" y="3502152"/>
            <a:ext cx="2834640" cy="34747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806440" y="3502152"/>
            <a:ext cx="46299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898459" y="35021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 ms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0" y="3200400"/>
            <a:ext cx="1920240" cy="594360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572000" y="320040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~5×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Ekvalizácia spomaľ.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583680" y="3200400"/>
            <a:ext cx="2286000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6583680" y="32004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~60×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spomaľ. (Python slučky)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0" y="3913632"/>
            <a:ext cx="9144000" cy="237744"/>
          </a:xfrm>
          <a:prstGeom prst="rect">
            <a:avLst/>
          </a:prstGeom>
          <a:solidFill>
            <a:srgbClr val="0F1F3D"/>
          </a:solidFill>
          <a:ln w="12700">
            <a:solidFill>
              <a:srgbClr val="0F1F3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74320" y="3913632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Manuálna CLAHE je pomalšia kvôli Python-level slučkám nad dlaždicami — OpenCV je implementovaná v C++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0" y="4169664"/>
            <a:ext cx="1828800" cy="9738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0" y="4169664"/>
            <a:ext cx="1828800" cy="973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px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828800" y="4169664"/>
            <a:ext cx="1828800" cy="9738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828800" y="4169664"/>
            <a:ext cx="1828800" cy="973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 px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657600" y="4169664"/>
            <a:ext cx="1828800" cy="97383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657600" y="4169664"/>
            <a:ext cx="1828800" cy="973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≈1.0 px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486400" y="4169664"/>
            <a:ext cx="1828800" cy="973836"/>
          </a:xfrm>
          <a:prstGeom prst="rect">
            <a:avLst/>
          </a:prstGeom>
          <a:solidFill>
            <a:srgbClr val="1A3260"/>
          </a:solidFill>
          <a:ln w="12700">
            <a:solidFill>
              <a:srgbClr val="1A326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86400" y="4169664"/>
            <a:ext cx="1828800" cy="973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~5×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Spomaľ.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ekvaliz.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7315200" y="4169664"/>
            <a:ext cx="1828800" cy="97383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315200" y="4169664"/>
            <a:ext cx="1828800" cy="9738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~60×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Spomaľ.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109728" cy="50154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Manuálny histogram (NumPy bincount) je bitovo identický s OpenCV – diferencia =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71907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Histogramová ekvalizácia dáva rovnaký výsledok (diff 0.00 px) – zaokrúhľovanie v LUT je zanedbateľné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478024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478024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CLAHE sa líši o ~1 px kvôli rozdielnej interpolácii hraničných dlaždíc v C++ vs Python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236976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236976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OpenCV je ~5× rýchlejšia pri ekvalizácii a až ~60× pri CLAHE vďaka natívnej C++ implementácii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3995928"/>
            <a:ext cx="8412480" cy="658368"/>
          </a:xfrm>
          <a:prstGeom prst="rect">
            <a:avLst/>
          </a:prstGeom>
          <a:solidFill>
            <a:srgbClr val="1A326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995928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Manuálna implementácia pochopila princíp – produkčný kód by však mal používať OpenCV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Histogramové metódy a zlepšenie kontrastu</dc:title>
  <dc:subject>PptxGenJS Presentation</dc:subject>
  <dc:creator>PVSO – Skupina D</dc:creator>
  <cp:lastModifiedBy>PVSO – Skupina D</cp:lastModifiedBy>
  <cp:revision>1</cp:revision>
  <dcterms:created xsi:type="dcterms:W3CDTF">2026-03-31T16:00:37Z</dcterms:created>
  <dcterms:modified xsi:type="dcterms:W3CDTF">2026-03-31T16:00:37Z</dcterms:modified>
</cp:coreProperties>
</file>